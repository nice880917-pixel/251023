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eaee87b-b396-62e3-2231-3faec850d129}">
          <p14:sldIdLst>
            <p14:sldId id="256"/>
            <p14:sldId id="257"/>
            <p14:sldId id="258"/>
          </p14:sldIdLst>
        </p14:section>
        <p14:section name="실습" id="{a05d850c-29ec-84fd-0c15-4b603c344127}">
          <p14:sldIdLst>
            <p14:sldId id="259"/>
            <p14:sldId id="260"/>
            <p14:sldId id="261"/>
            <p14:sldId id="262"/>
          </p14:sldIdLst>
        </p14:section>
        <p14:section name="마무리" id="{7c438143-6128-1455-5fdd-ee9f432c625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연수 목적 안내: 오늘은 스마트폰 하나로 일정, 생활 문제, 여행까지 AI 비서처럼 쓰는 방법을 직접 해 봅니다. 어렵게 타이핑하지 않고 말과 사진으로 묻는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네 가지 영역을 차례로 직접 해 봅니다. 각 영역마다 따라 말할 예시 문장이 화면에 나오니 그대로 휴대폰에 말해 보시면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 설치와 로그인을 먼저 확인합니다. 안드로이드는 전원 버튼을 길게 누르거나 '헤이 구글'로도 부를 수 있습니다. 첫 실습: 마이크를 누르고 '안녕, 제미나이'라고 말해 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등록 후 캘린더 앱을 열어 실제로 들어갔는지 함께 확인합니다. 아이폰은 기기 설정에 따라 캘린더·알람 연동이 다를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가전 에러는 모델명과 에러 코드가 함께 보이게 찍으면 정확도가 높아집니다. 계약서는 개인정보를 가린 뒤 확인 항목을 묻는 용도로만 쓰고, 법적 판단은 공인중개사·법률 전문가에게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 중 두세 가지를 골라 실습합니다. 추천 순서: 교정의 꽃 촬영 → 사진 수정 → 관계 조언. 사진 속 사람(학생 등) 얼굴은 동의 없이 올리지 않도록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짝과 함께 한 사람은 한국어, 다른 사람은 외국어 역할로 통역을 해 봅니다. 환율은 실시간 값과 다를 수 있으니 결제 전에는 은행·카드 앱 환율을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가지만 기억하시면 안전하게 쓸 수 있습니다. 특히 업무 중 학생 개인정보는 절대 입력하지 않도록 다시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해 본 것 중 세 가지를 집에서 다시 해 보시길 권합니다. 질의응답 후 만족도 조사 링크(QR)를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51206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고경력 교사 대상 교원 디지털 연수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내 손 안의 AI 비서,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모바일 제미나이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2026. 10. 14.(수) · 50분 실습 연수</a:t>
            </a:r>
            <a:endParaRPr lang="en-US" sz="1800" dirty="0"/>
          </a:p>
        </p:txBody>
      </p:sp>
      <p:sp>
        <p:nvSpPr>
          <p:cNvPr id="5" name="hero-circle"/>
          <p:cNvSpPr/>
          <p:nvPr/>
        </p:nvSpPr>
        <p:spPr>
          <a:xfrm>
            <a:off x="6126480" y="1097280"/>
            <a:ext cx="2560320" cy="2560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737360"/>
            <a:ext cx="1280160" cy="1280160"/>
          </a:xfrm>
          <a:prstGeom prst="rect">
            <a:avLst/>
          </a:prstGeom>
        </p:spPr>
      </p:pic>
      <p:sp>
        <p:nvSpPr>
          <p:cNvPr id="7" name="mic-circle"/>
          <p:cNvSpPr/>
          <p:nvPr/>
        </p:nvSpPr>
        <p:spPr>
          <a:xfrm>
            <a:off x="8001000" y="3246120"/>
            <a:ext cx="822960" cy="8229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mic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429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순서</a:t>
            </a:r>
            <a:endParaRPr lang="en-US" sz="3000" dirty="0"/>
          </a:p>
        </p:txBody>
      </p:sp>
      <p:sp>
        <p:nvSpPr>
          <p:cNvPr id="3" name="time-pill"/>
          <p:cNvSpPr/>
          <p:nvPr/>
        </p:nvSpPr>
        <p:spPr>
          <a:xfrm>
            <a:off x="7498080" y="41148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ime-pill-text"/>
          <p:cNvSpPr txBox="1"/>
          <p:nvPr/>
        </p:nvSpPr>
        <p:spPr>
          <a:xfrm>
            <a:off x="749808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50분</a:t>
            </a:r>
            <a:endParaRPr lang="en-US" sz="1600" dirty="0"/>
          </a:p>
        </p:txBody>
      </p:sp>
      <p:sp>
        <p:nvSpPr>
          <p:cNvPr id="5" name="area-card"/>
          <p:cNvSpPr/>
          <p:nvPr/>
        </p:nvSpPr>
        <p:spPr>
          <a:xfrm>
            <a:off x="457200" y="1280160"/>
            <a:ext cx="1828800" cy="26517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1005840" y="1463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162397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① 일정 관리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음성 캘린더·알람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10분</a:t>
            </a:r>
            <a:endParaRPr lang="en-US" sz="2400" dirty="0"/>
          </a:p>
        </p:txBody>
      </p:sp>
      <p:sp>
        <p:nvSpPr>
          <p:cNvPr id="11" name="area-card"/>
          <p:cNvSpPr/>
          <p:nvPr/>
        </p:nvSpPr>
        <p:spPr>
          <a:xfrm>
            <a:off x="2560320" y="1280160"/>
            <a:ext cx="1828800" cy="26517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circle"/>
          <p:cNvSpPr/>
          <p:nvPr/>
        </p:nvSpPr>
        <p:spPr>
          <a:xfrm>
            <a:off x="3108960" y="1463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894" y="162397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517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② 해결·점검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26517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가전 에러·계약서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65176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10분</a:t>
            </a:r>
            <a:endParaRPr lang="en-US" sz="2400" dirty="0"/>
          </a:p>
        </p:txBody>
      </p:sp>
      <p:sp>
        <p:nvSpPr>
          <p:cNvPr id="17" name="area-card"/>
          <p:cNvSpPr/>
          <p:nvPr/>
        </p:nvSpPr>
        <p:spPr>
          <a:xfrm>
            <a:off x="4663440" y="1280160"/>
            <a:ext cx="1828800" cy="26517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circle"/>
          <p:cNvSpPr/>
          <p:nvPr/>
        </p:nvSpPr>
        <p:spPr>
          <a:xfrm>
            <a:off x="5212080" y="146304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014" y="162397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548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③ 일상 해결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사진·조언·검색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75488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12분</a:t>
            </a:r>
            <a:endParaRPr lang="en-US" sz="2400" dirty="0"/>
          </a:p>
        </p:txBody>
      </p:sp>
      <p:sp>
        <p:nvSpPr>
          <p:cNvPr id="23" name="area-card"/>
          <p:cNvSpPr/>
          <p:nvPr/>
        </p:nvSpPr>
        <p:spPr>
          <a:xfrm>
            <a:off x="6766560" y="1280160"/>
            <a:ext cx="1828800" cy="265176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circle"/>
          <p:cNvSpPr/>
          <p:nvPr/>
        </p:nvSpPr>
        <p:spPr>
          <a:xfrm>
            <a:off x="7315200" y="14630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134" y="1623974"/>
            <a:ext cx="409651" cy="40965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580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④ 해외여행</a:t>
            </a:r>
            <a:endParaRPr lang="en-US" sz="1900" dirty="0"/>
          </a:p>
        </p:txBody>
      </p:sp>
      <p:sp>
        <p:nvSpPr>
          <p:cNvPr id="27" name="Text 21"/>
          <p:cNvSpPr txBox="1"/>
          <p:nvPr/>
        </p:nvSpPr>
        <p:spPr>
          <a:xfrm>
            <a:off x="68580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번역·환율 계산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10분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도입 5분  →  실습 42분  →  정리·질의응답 3분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제미나이에게 묻는 3가지 방법</a:t>
            </a:r>
            <a:endParaRPr lang="en-US" sz="3000" dirty="0"/>
          </a:p>
        </p:txBody>
      </p:sp>
      <p:sp>
        <p:nvSpPr>
          <p:cNvPr id="3" name="time-pill"/>
          <p:cNvSpPr/>
          <p:nvPr/>
        </p:nvSpPr>
        <p:spPr>
          <a:xfrm>
            <a:off x="7498080" y="41148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ime-pill-text"/>
          <p:cNvSpPr txBox="1"/>
          <p:nvPr/>
        </p:nvSpPr>
        <p:spPr>
          <a:xfrm>
            <a:off x="749808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도입 5분</a:t>
            </a:r>
            <a:endParaRPr lang="en-US" sz="1600" dirty="0"/>
          </a:p>
        </p:txBody>
      </p:sp>
      <p:sp>
        <p:nvSpPr>
          <p:cNvPr id="5" name="way-card"/>
          <p:cNvSpPr/>
          <p:nvPr/>
        </p:nvSpPr>
        <p:spPr>
          <a:xfrm>
            <a:off x="457200" y="1234440"/>
            <a:ext cx="2560320" cy="25146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931" y="1598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앱 열기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제미나이 앱 아이콘을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누릅니다</a:t>
            </a:r>
            <a:endParaRPr lang="en-US" sz="1500" dirty="0"/>
          </a:p>
        </p:txBody>
      </p:sp>
      <p:sp>
        <p:nvSpPr>
          <p:cNvPr id="10" name="way-card"/>
          <p:cNvSpPr/>
          <p:nvPr/>
        </p:nvSpPr>
        <p:spPr>
          <a:xfrm>
            <a:off x="3246120" y="1234440"/>
            <a:ext cx="2560320" cy="25146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4114800" y="14173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51" y="15983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말로 묻기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마이크 버튼을 누르고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편하게 말합니다</a:t>
            </a:r>
            <a:endParaRPr lang="en-US" sz="1500" dirty="0"/>
          </a:p>
        </p:txBody>
      </p:sp>
      <p:sp>
        <p:nvSpPr>
          <p:cNvPr id="15" name="way-card"/>
          <p:cNvSpPr/>
          <p:nvPr/>
        </p:nvSpPr>
        <p:spPr>
          <a:xfrm>
            <a:off x="6035040" y="1234440"/>
            <a:ext cx="2560320" cy="251460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6903720" y="14173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1" y="15983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사진으로 묻기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17220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카메라·사진 버튼으로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보여 주고 묻습니다</a:t>
            </a:r>
            <a:endParaRPr lang="en-US" sz="1500" dirty="0"/>
          </a:p>
        </p:txBody>
      </p:sp>
      <p:sp>
        <p:nvSpPr>
          <p:cNvPr id="20" name="prep-box"/>
          <p:cNvSpPr/>
          <p:nvPr/>
        </p:nvSpPr>
        <p:spPr>
          <a:xfrm>
            <a:off x="457200" y="3977640"/>
            <a:ext cx="813816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720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준비: 제미나이 앱 설치  +  Google 계정 로그인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일정 관리: 말로 하는 비서</a:t>
            </a:r>
            <a:endParaRPr lang="en-US" sz="3000" dirty="0"/>
          </a:p>
        </p:txBody>
      </p:sp>
      <p:sp>
        <p:nvSpPr>
          <p:cNvPr id="3" name="time-pill"/>
          <p:cNvSpPr/>
          <p:nvPr/>
        </p:nvSpPr>
        <p:spPr>
          <a:xfrm>
            <a:off x="7498080" y="41148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ime-pill-text"/>
          <p:cNvSpPr txBox="1"/>
          <p:nvPr/>
        </p:nvSpPr>
        <p:spPr>
          <a:xfrm>
            <a:off x="749808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10분</a:t>
            </a:r>
            <a:endParaRPr lang="en-US" sz="1600" dirty="0"/>
          </a:p>
        </p:txBody>
      </p:sp>
      <p:sp>
        <p:nvSpPr>
          <p:cNvPr id="5" name="icon-circle"/>
          <p:cNvSpPr/>
          <p:nvPr/>
        </p:nvSpPr>
        <p:spPr>
          <a:xfrm>
            <a:off x="45720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1592885"/>
            <a:ext cx="563270" cy="5632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6032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음성으로 캘린더 등록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날짜·시간·장소를 한 번에 말하기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음성으로 알람·타이머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"10분 뒤에 알려 줘"도 가능</a:t>
            </a:r>
            <a:endParaRPr lang="en-US" sz="1900" dirty="0"/>
          </a:p>
        </p:txBody>
      </p:sp>
      <p:sp>
        <p:nvSpPr>
          <p:cNvPr id="8" name="say-bubble"/>
          <p:cNvSpPr/>
          <p:nvPr/>
        </p:nvSpPr>
        <p:spPr>
          <a:xfrm>
            <a:off x="4114800" y="1371600"/>
            <a:ext cx="457200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say-text"/>
          <p:cNvSpPr txBox="1"/>
          <p:nvPr/>
        </p:nvSpPr>
        <p:spPr>
          <a:xfrm>
            <a:off x="4297680" y="1371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이렇게 말해 보세요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"다음 주 화요일 오후 3시에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학년 협의회 일정 추가해 줘"</a:t>
            </a:r>
            <a:endParaRPr lang="en-US" sz="1200" dirty="0"/>
          </a:p>
        </p:txBody>
      </p:sp>
      <p:sp>
        <p:nvSpPr>
          <p:cNvPr id="10" name="say-bubble"/>
          <p:cNvSpPr/>
          <p:nvPr/>
        </p:nvSpPr>
        <p:spPr>
          <a:xfrm>
            <a:off x="4114800" y="2971800"/>
            <a:ext cx="4572000" cy="1325880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say-text"/>
          <p:cNvSpPr txBox="1"/>
          <p:nvPr/>
        </p:nvSpPr>
        <p:spPr>
          <a:xfrm>
            <a:off x="4297680" y="29718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이렇게 말해 보세요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"내일 아침 6시 30분에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알람 맞춰 줘"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② 해결·점검: 사진 한 장으로 묻기</a:t>
            </a:r>
            <a:endParaRPr lang="en-US" sz="3000" dirty="0"/>
          </a:p>
        </p:txBody>
      </p:sp>
      <p:sp>
        <p:nvSpPr>
          <p:cNvPr id="3" name="time-pill"/>
          <p:cNvSpPr/>
          <p:nvPr/>
        </p:nvSpPr>
        <p:spPr>
          <a:xfrm>
            <a:off x="7498080" y="41148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ime-pill-text"/>
          <p:cNvSpPr txBox="1"/>
          <p:nvPr/>
        </p:nvSpPr>
        <p:spPr>
          <a:xfrm>
            <a:off x="749808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10분</a:t>
            </a:r>
            <a:endParaRPr lang="en-US" sz="1600" dirty="0"/>
          </a:p>
        </p:txBody>
      </p:sp>
      <p:sp>
        <p:nvSpPr>
          <p:cNvPr id="5" name="fix-card"/>
          <p:cNvSpPr/>
          <p:nvPr/>
        </p:nvSpPr>
        <p:spPr>
          <a:xfrm>
            <a:off x="457200" y="1234440"/>
            <a:ext cx="3931920" cy="28803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685800" y="1417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578254"/>
            <a:ext cx="409651" cy="4096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가전제품 에러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세탁기 에러 화면을 찍고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"이 에러 코드가 무슨 뜻이고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어떻게 해결해?"</a:t>
            </a:r>
            <a:endParaRPr lang="en-US" sz="1800" dirty="0"/>
          </a:p>
        </p:txBody>
      </p:sp>
      <p:sp>
        <p:nvSpPr>
          <p:cNvPr id="11" name="fix-card"/>
          <p:cNvSpPr/>
          <p:nvPr/>
        </p:nvSpPr>
        <p:spPr>
          <a:xfrm>
            <a:off x="4663440" y="1234440"/>
            <a:ext cx="3931920" cy="28803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circle"/>
          <p:cNvSpPr/>
          <p:nvPr/>
        </p:nvSpPr>
        <p:spPr>
          <a:xfrm>
            <a:off x="4892040" y="1417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4" y="1578254"/>
            <a:ext cx="409651" cy="4096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06440" y="1417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부동산 계약 확인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60"/>
                </a:solidFill>
              </a:rPr>
              <a:t>계약서 사진을 올리고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743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"특약 사항에서 꼭 확인할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점을 알려 줘"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계약서의 주민등록번호·주소는 가리고 찍기, 최종 판단은 전문가에게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③ 일상 해결: 궁금하면 바로 묻기</a:t>
            </a:r>
            <a:endParaRPr lang="en-US" sz="3000" dirty="0"/>
          </a:p>
        </p:txBody>
      </p:sp>
      <p:sp>
        <p:nvSpPr>
          <p:cNvPr id="3" name="time-pill"/>
          <p:cNvSpPr/>
          <p:nvPr/>
        </p:nvSpPr>
        <p:spPr>
          <a:xfrm>
            <a:off x="7498080" y="41148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ime-pill-text"/>
          <p:cNvSpPr txBox="1"/>
          <p:nvPr/>
        </p:nvSpPr>
        <p:spPr>
          <a:xfrm>
            <a:off x="749808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12분</a:t>
            </a:r>
            <a:endParaRPr lang="en-US" sz="1600" dirty="0"/>
          </a:p>
        </p:txBody>
      </p:sp>
      <p:sp>
        <p:nvSpPr>
          <p:cNvPr id="5" name="daily-card"/>
          <p:cNvSpPr/>
          <p:nvPr/>
        </p:nvSpPr>
        <p:spPr>
          <a:xfrm>
            <a:off x="457200" y="123444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480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사진 수정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"배경을 밝게 바꿔 줘"</a:t>
            </a:r>
            <a:endParaRPr lang="en-US" sz="1400" dirty="0"/>
          </a:p>
        </p:txBody>
      </p:sp>
      <p:sp>
        <p:nvSpPr>
          <p:cNvPr id="10" name="daily-card"/>
          <p:cNvSpPr/>
          <p:nvPr/>
        </p:nvSpPr>
        <p:spPr>
          <a:xfrm>
            <a:off x="3246120" y="123444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3429000" y="141732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5480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6052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갈등 조언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"서운한 마음,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어떻게 말할까?"</a:t>
            </a:r>
            <a:endParaRPr lang="en-US" sz="1400" dirty="0"/>
          </a:p>
        </p:txBody>
      </p:sp>
      <p:sp>
        <p:nvSpPr>
          <p:cNvPr id="15" name="daily-card"/>
          <p:cNvSpPr/>
          <p:nvPr/>
        </p:nvSpPr>
        <p:spPr>
          <a:xfrm>
            <a:off x="6035040" y="123444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6217920" y="141732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5480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1417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꽃 이름 검색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"이 꽃 이름이 뭐야?"</a:t>
            </a:r>
            <a:endParaRPr lang="en-US" sz="1400" dirty="0"/>
          </a:p>
        </p:txBody>
      </p:sp>
      <p:sp>
        <p:nvSpPr>
          <p:cNvPr id="20" name="daily-card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circle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3971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한문 풀이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"이 한자 글귀 뜻 풀어 줘"</a:t>
            </a:r>
            <a:endParaRPr lang="en-US" sz="1400" dirty="0"/>
          </a:p>
        </p:txBody>
      </p:sp>
      <p:sp>
        <p:nvSpPr>
          <p:cNvPr id="25" name="daily-card"/>
          <p:cNvSpPr/>
          <p:nvPr/>
        </p:nvSpPr>
        <p:spPr>
          <a:xfrm>
            <a:off x="3246120" y="292608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-circle"/>
          <p:cNvSpPr/>
          <p:nvPr/>
        </p:nvSpPr>
        <p:spPr>
          <a:xfrm>
            <a:off x="3429000" y="31089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239719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160520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상품 정보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342900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"이 제품 장단점 알려 줘"</a:t>
            </a:r>
            <a:endParaRPr lang="en-US" sz="1400" dirty="0"/>
          </a:p>
        </p:txBody>
      </p:sp>
      <p:sp>
        <p:nvSpPr>
          <p:cNvPr id="30" name="daily-card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-circle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239719"/>
            <a:ext cx="332842" cy="33284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49440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헤어·패션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621792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"내 얼굴형에 맞는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머리 스타일은?"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④ 해외여행: 통역과 계산을 한 번에</a:t>
            </a:r>
            <a:endParaRPr lang="en-US" sz="3000" dirty="0"/>
          </a:p>
        </p:txBody>
      </p:sp>
      <p:sp>
        <p:nvSpPr>
          <p:cNvPr id="3" name="time-pill"/>
          <p:cNvSpPr/>
          <p:nvPr/>
        </p:nvSpPr>
        <p:spPr>
          <a:xfrm>
            <a:off x="7498080" y="41148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ime-pill-text"/>
          <p:cNvSpPr txBox="1"/>
          <p:nvPr/>
        </p:nvSpPr>
        <p:spPr>
          <a:xfrm>
            <a:off x="749808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10분</a:t>
            </a:r>
            <a:endParaRPr lang="en-US" sz="1600" dirty="0"/>
          </a:p>
        </p:txBody>
      </p:sp>
      <p:sp>
        <p:nvSpPr>
          <p:cNvPr id="5" name="trip-card"/>
          <p:cNvSpPr/>
          <p:nvPr/>
        </p:nvSpPr>
        <p:spPr>
          <a:xfrm>
            <a:off x="457200" y="123444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931" y="1598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실시간 통역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"'저는 견과류 알레르기가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있어요'를 이탈리아어로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말해 줘"</a:t>
            </a:r>
            <a:endParaRPr lang="en-US" sz="1500" dirty="0"/>
          </a:p>
        </p:txBody>
      </p:sp>
      <p:sp>
        <p:nvSpPr>
          <p:cNvPr id="10" name="trip-card"/>
          <p:cNvSpPr/>
          <p:nvPr/>
        </p:nvSpPr>
        <p:spPr>
          <a:xfrm>
            <a:off x="3246120" y="123444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4114800" y="14173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51" y="15983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메뉴판·표지판 번역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메뉴판 사진을 찍고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"한국어로 번역하고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메뉴를 추천해 줘"</a:t>
            </a:r>
            <a:endParaRPr lang="en-US" sz="1500" dirty="0"/>
          </a:p>
        </p:txBody>
      </p:sp>
      <p:sp>
        <p:nvSpPr>
          <p:cNvPr id="15" name="trip-card"/>
          <p:cNvSpPr/>
          <p:nvPr/>
        </p:nvSpPr>
        <p:spPr>
          <a:xfrm>
            <a:off x="6035040" y="123444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6903720" y="14173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1" y="15983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환율·경비 계산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172200" y="28803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"50유로는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원화로 얼마야?"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"230유로를 4명이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나누면 얼마야?"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이것만은 꼭 기억하세요</a:t>
            </a:r>
            <a:endParaRPr lang="en-US" sz="3000" dirty="0"/>
          </a:p>
        </p:txBody>
      </p:sp>
      <p:sp>
        <p:nvSpPr>
          <p:cNvPr id="3" name="warn-card"/>
          <p:cNvSpPr/>
          <p:nvPr/>
        </p:nvSpPr>
        <p:spPr>
          <a:xfrm>
            <a:off x="457200" y="1234440"/>
            <a:ext cx="813816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640080" y="13716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5224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25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개인정보는 가리고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09928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주민등록번호·주소·학생 정보는 사진과 질문에서 빼고 올립니다</a:t>
            </a:r>
            <a:endParaRPr lang="en-US" sz="1400" dirty="0"/>
          </a:p>
        </p:txBody>
      </p:sp>
      <p:sp>
        <p:nvSpPr>
          <p:cNvPr id="8" name="warn-card"/>
          <p:cNvSpPr/>
          <p:nvPr/>
        </p:nvSpPr>
        <p:spPr>
          <a:xfrm>
            <a:off x="457200" y="2377440"/>
            <a:ext cx="813816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640080" y="25146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6654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468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중요한 답은 다시 확인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2852928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AI도 틀릴 수 있어요. 계약·건강·돈 문제는 전문가·공식 기관에서 확인합니다</a:t>
            </a:r>
            <a:endParaRPr lang="en-US" sz="1400" dirty="0"/>
          </a:p>
        </p:txBody>
      </p:sp>
      <p:sp>
        <p:nvSpPr>
          <p:cNvPr id="13" name="warn-card"/>
          <p:cNvSpPr/>
          <p:nvPr/>
        </p:nvSpPr>
        <p:spPr>
          <a:xfrm>
            <a:off x="457200" y="3520440"/>
            <a:ext cx="8138160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640080" y="365760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8084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기종마다 조금씩 달라요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995928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60"/>
                </a:solidFill>
              </a:rPr>
              <a:t>안드로이드와 아이폰은 캘린더·알람 연동 등 일부 기능이 다를 수 있습니다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정리 3분 · 질의응답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오늘 저녁,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바로 해 보세요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감사합니다</a:t>
            </a:r>
            <a:endParaRPr lang="en-US" sz="1800" dirty="0"/>
          </a:p>
        </p:txBody>
      </p:sp>
      <p:sp>
        <p:nvSpPr>
          <p:cNvPr id="5" name="todo-card"/>
          <p:cNvSpPr/>
          <p:nvPr/>
        </p:nvSpPr>
        <p:spPr>
          <a:xfrm>
            <a:off x="4937760" y="1097280"/>
            <a:ext cx="3749040" cy="777240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5074920" y="12070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5621" y="1327709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0644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알람을 말로 맞추기</a:t>
            </a:r>
            <a:endParaRPr lang="en-US" sz="1700" dirty="0"/>
          </a:p>
        </p:txBody>
      </p:sp>
      <p:sp>
        <p:nvSpPr>
          <p:cNvPr id="9" name="todo-card"/>
          <p:cNvSpPr/>
          <p:nvPr/>
        </p:nvSpPr>
        <p:spPr>
          <a:xfrm>
            <a:off x="4937760" y="2057400"/>
            <a:ext cx="3749040" cy="777240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5074920" y="216712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621" y="22878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꽃·물건 사진으로 묻기</a:t>
            </a:r>
            <a:endParaRPr lang="en-US" sz="1700" dirty="0"/>
          </a:p>
        </p:txBody>
      </p:sp>
      <p:sp>
        <p:nvSpPr>
          <p:cNvPr id="13" name="todo-card"/>
          <p:cNvSpPr/>
          <p:nvPr/>
        </p:nvSpPr>
        <p:spPr>
          <a:xfrm>
            <a:off x="4937760" y="3017520"/>
            <a:ext cx="3749040" cy="777240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5074920" y="3127248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621" y="324794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0644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여행 인사말 번역하기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ini Training">
  <a:themeElements>
    <a:clrScheme name="Gemini Training">
      <a:dk1>
        <a:srgbClr val="1F2A30"/>
      </a:dk1>
      <a:lt1>
        <a:srgbClr val="FFFFFF"/>
      </a:lt1>
      <a:dk2>
        <a:srgbClr val="0F4C5C"/>
      </a:dk2>
      <a:lt2>
        <a:srgbClr val="EEF5F6"/>
      </a:lt2>
      <a:accent1>
        <a:srgbClr val="1A7F8E"/>
      </a:accent1>
      <a:accent2>
        <a:srgbClr val="E8833A"/>
      </a:accent2>
      <a:accent3>
        <a:srgbClr val="D9534F"/>
      </a:accent3>
      <a:accent4>
        <a:srgbClr val="6C5FC7"/>
      </a:accent4>
      <a:accent5>
        <a:srgbClr val="2E9E6A"/>
      </a:accent5>
      <a:accent6>
        <a:srgbClr val="F2C14E"/>
      </a:accent6>
      <a:hlink>
        <a:srgbClr val="1A7F8E"/>
      </a:hlink>
      <a:folHlink>
        <a:srgbClr val="6C5FC7"/>
      </a:folHlink>
    </a:clrScheme>
    <a:fontScheme name="Gemini Train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 제미나이 활용 교원 디지털 연수</dc:title>
  <dc:subject>PptxGenJS Presentation</dc:subject>
  <dc:creator>PptxGenJS</dc:creator>
  <cp:lastModifiedBy>PptxGenJS</cp:lastModifiedBy>
  <cp:revision>1</cp:revision>
  <dcterms:created xsi:type="dcterms:W3CDTF">2026-10-14T03:00:28Z</dcterms:created>
  <dcterms:modified xsi:type="dcterms:W3CDTF">2026-10-14T03:00:28Z</dcterms:modified>
</cp:coreProperties>
</file>